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LoRa Network Coverage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Project – I (2 Credits)</a:t>
            </a:r>
          </a:p>
          <a:p/>
          <a:p>
            <a:r>
              <a:t>Your Name &amp; Roll No.</a:t>
            </a:r>
          </a:p>
          <a:p>
            <a:r>
              <a:t>Guide: Dr. Samriti Kalia</a:t>
            </a:r>
          </a:p>
          <a:p>
            <a:r>
              <a:t>Department of Electronics &amp;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LoRa is a low-power, long-range IoT communication technology.</a:t>
            </a:r>
          </a:p>
          <a:p>
            <a:r>
              <a:t>• Network coverage prediction is essential for reliable deployment.</a:t>
            </a:r>
          </a:p>
          <a:p>
            <a:r>
              <a:t>• Traditional coverage mapping = expensive &amp; time-consuming field tests.</a:t>
            </a:r>
          </a:p>
          <a:p>
            <a:r>
              <a:t>• Need an ML-based solution to predict coverage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LoRa coverage studied using path loss models (Okumura-Hata, Rayleigh fading).</a:t>
            </a:r>
          </a:p>
          <a:p>
            <a:r>
              <a:t>• Existing methods: simulation + experimental measurements.</a:t>
            </a:r>
          </a:p>
          <a:p>
            <a:r>
              <a:t>• ML already applied in wireless communication (spectrum sensing, adaptive modulation, channel prediction).</a:t>
            </a:r>
          </a:p>
          <a:p>
            <a:r>
              <a:t>• Gap: Limited use of ML for LoRa coverage prediction → our motivation.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Simulate LoRa network in MATLAB under varying:</a:t>
            </a:r>
          </a:p>
          <a:p>
            <a:r>
              <a:t>   - Distance, Environment (Urban/Suburban/Rural), SF, BW, Tx Power.</a:t>
            </a:r>
          </a:p>
          <a:p>
            <a:r>
              <a:t>• Generate dataset with features → (RSSI, SNR, PDR).</a:t>
            </a:r>
          </a:p>
          <a:p>
            <a:r>
              <a:t>• Train ML models (Regression + Classification).</a:t>
            </a:r>
          </a:p>
          <a:p>
            <a:r>
              <a:t>• Predict coverage quality (Good / Moderate / Poor).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(Workflow)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Input parameters (Distance, SF, BW, Tx power, Environment).</a:t>
            </a:r>
          </a:p>
          <a:p>
            <a:r>
              <a:t>2. MATLAB Simulation → Path loss + fading → RSSI, SNR.</a:t>
            </a:r>
          </a:p>
          <a:p>
            <a:r>
              <a:t>3. PDR calculation.</a:t>
            </a:r>
          </a:p>
          <a:p>
            <a:r>
              <a:t>4. Dataset generation.</a:t>
            </a:r>
          </a:p>
          <a:p>
            <a:r>
              <a:t>5. ML model training.</a:t>
            </a:r>
          </a:p>
          <a:p>
            <a:r>
              <a:t>6. Prediction → Coverage Heatmap.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ML model predicts LoRa coverage class with good accuracy.</a:t>
            </a:r>
          </a:p>
          <a:p>
            <a:r>
              <a:t>• Heatmaps of coverage showing Good/Moderate/Poor zones.</a:t>
            </a:r>
          </a:p>
          <a:p>
            <a:r>
              <a:t>• Comparison between fixed parameter planning vs ML-optimized prediction.</a:t>
            </a:r>
          </a:p>
          <a:p>
            <a:r>
              <a:t>• Useful for real-world IoT deployment (smart cities, agriculture, monitoring).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Global Scope → LoRa is widely used worldwide in:</a:t>
            </a:r>
          </a:p>
          <a:p>
            <a:r>
              <a:t>   - Smart Cities</a:t>
            </a:r>
          </a:p>
          <a:p>
            <a:r>
              <a:t>   - Agriculture &amp; Irrigation</a:t>
            </a:r>
          </a:p>
          <a:p>
            <a:r>
              <a:t>   - Logistics &amp; Asset Tracking</a:t>
            </a:r>
          </a:p>
          <a:p>
            <a:r>
              <a:t>   - Environmental Monitoring</a:t>
            </a:r>
          </a:p>
          <a:p>
            <a:r>
              <a:t>• Our project reduces cost &amp; effort in network planning across regions.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Proposed an ML-based framework for LoRa coverage prediction.</a:t>
            </a:r>
          </a:p>
          <a:p>
            <a:r>
              <a:t>• Saves time vs manual measurement-based planning.</a:t>
            </a:r>
          </a:p>
          <a:p>
            <a:r>
              <a:t>• Enhances IoT deployment efficiency.</a:t>
            </a:r>
          </a:p>
          <a:p>
            <a:r>
              <a:t>• Future Work: Extend to real-world dataset collection &amp; hardware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